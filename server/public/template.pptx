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8" r:id="rId4"/>
    <p:sldMasterId id="2147483673" r:id="rId5"/>
  </p:sldMasterIdLst>
  <p:notesMasterIdLst>
    <p:notesMasterId r:id="rId7"/>
  </p:notesMasterIdLst>
  <p:sldIdLst>
    <p:sldId id="330" r:id="rId6"/>
    <p:sldId id="8103" r:id="rId8"/>
    <p:sldId id="8160" r:id="rId9"/>
    <p:sldId id="8166" r:id="rId10"/>
    <p:sldId id="8138" r:id="rId11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2" userDrawn="1">
          <p15:clr>
            <a:srgbClr val="A4A3A4"/>
          </p15:clr>
        </p15:guide>
        <p15:guide id="2" pos="368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hang Hongbing" initials="Zhbing" lastIdx="24" clrIdx="0"/>
  <p:cmAuthor id="1" name="黄丽羽" initials="m" lastIdx="31" clrIdx="1"/>
  <p:cmAuthor id="3" name="花雷" initials="HuaLei" lastIdx="3" clrIdx="3"/>
  <p:cmAuthor id="4" name="Administrator" initials="A" lastIdx="9" clrIdx="4"/>
  <p:cmAuthor id="75" name="作者" initials="A" lastIdx="0" clrIdx="24"/>
  <p:cmAuthor id="5" name="admin" initials="a" lastIdx="5" clrIdx="5"/>
  <p:cmAuthor id="76" name="邹军辉" initials="邹军辉" lastIdx="4" clrIdx="25"/>
  <p:cmAuthor id="6" name="sj-040594" initials="s" lastIdx="1" clrIdx="5"/>
  <p:cmAuthor id="77" name="欧 志芳" initials="欧" lastIdx="1" clrIdx="26"/>
  <p:cmAuthor id="7" name="张宏丙" initials="Z" lastIdx="167" clrIdx="7"/>
  <p:cmAuthor id="78" name="HuQQ" initials="HuQQ" lastIdx="4" clrIdx="27"/>
  <p:cmAuthor id="353158055" name="韩雨" initials="韩" lastIdx="0" clrIdx="0"/>
  <p:cmAuthor id="8" name="天豪 朱" initials="天朱" lastIdx="98" clrIdx="8"/>
  <p:cmAuthor id="9" name="user" initials="u" lastIdx="1" clrIdx="9"/>
  <p:cmAuthor id="10" name="James Shihao Zhou" initials="jamezhou" lastIdx="43" clrIdx="10"/>
  <p:cmAuthor id="11" name="Cindy Wen Mao" initials="cinmao" lastIdx="1" clrIdx="11"/>
  <p:cmAuthor id="12" name="Troy Xiangyu Feng" initials="trfeng" lastIdx="4" clrIdx="12"/>
  <p:cmAuthor id="2000" name="海岩" initials="authorId_409485251" lastIdx="1068504" clrIdx="0"/>
  <p:cmAuthor id="13" name="杨海光(Yang Haiguang 中国金茂)" initials="杨海光(Yang" lastIdx="1" clrIdx="13"/>
  <p:cmAuthor id="14" name="朱亚龙(Zhu Yalong 金茂商业)" initials="朱亚龙(Zhu" lastIdx="3" clrIdx="14"/>
  <p:cmAuthor id="15" name="康浩杰|hnkanghaojie" initials="A" lastIdx="1" clrIdx="14"/>
  <p:cmAuthor id="16" name="左 金龙" initials="左" lastIdx="1" clrIdx="15"/>
  <p:cmAuthor id="17" name="dongrp" initials="d" lastIdx="1" clrIdx="16"/>
  <p:cmAuthor id="18" name="sx_xuzx" initials="s" lastIdx="26" clrIdx="17"/>
  <p:cmAuthor id="19" name="tplife" initials="t" lastIdx="2" clrIdx="0"/>
  <p:cmAuthor id="20" name="孟 昕" initials="孟" lastIdx="1" clrIdx="18"/>
  <p:cmAuthor id="21" name="10066351" initials="1" lastIdx="2" clrIdx="0"/>
  <p:cmAuthor id="22" name="chen xiyan" initials="cx" lastIdx="9" clrIdx="21"/>
  <p:cmAuthor id="23" name="赵诚荣10027092" initials="赵" lastIdx="2" clrIdx="25"/>
  <p:cmAuthor id="24" name="李蕾00009994" initials="李" lastIdx="6" clrIdx="17"/>
  <p:cmAuthor id="25" name="wyz" initials="w" lastIdx="1" clrIdx="24"/>
  <p:cmAuthor id="26" name="10270945" initials="1" lastIdx="1" clrIdx="25"/>
  <p:cmAuthor id="27" name="10295142" initials="1" lastIdx="1" clrIdx="26"/>
  <p:cmAuthor id="28" name="Hou Yingfeng" initials="H" lastIdx="10" clrIdx="23"/>
  <p:cmAuthor id="29" name="ddc" initials="d" lastIdx="1" clrIdx="28"/>
  <p:cmAuthor id="30" name="10056791" initials="ZTE" lastIdx="1" clrIdx="29"/>
  <p:cmAuthor id="31" name="Author" initials="A" lastIdx="0" clrIdx="30"/>
  <p:cmAuthor id="32" name="李楠10047711" initials="李楠10047711" lastIdx="2" clrIdx="31"/>
  <p:cmAuthor id="287643681" name="殷格非" initials="殷" lastIdx="2" clrIdx="0"/>
  <p:cmAuthor id="33" name="610007" initials="6" lastIdx="0" clrIdx="32"/>
  <p:cmAuthor id="287643682" name="z r" initials="zr" lastIdx="5" clrIdx="12"/>
  <p:cmAuthor id="34" name="Jason" initials="J" lastIdx="18" clrIdx="33"/>
  <p:cmAuthor id="287643683" name="lc xue" initials="lx" lastIdx="1" clrIdx="22"/>
  <p:cmAuthor id="36" name="关全全10258021" initials="关全全10258021" lastIdx="1" clrIdx="36"/>
  <p:cmAuthor id="37" name="吕佩00036751" initials="吕佩00036751" lastIdx="0" clrIdx="37"/>
  <p:cmAuthor id="39" name="psylife" initials="p" lastIdx="30" clrIdx="38"/>
  <p:cmAuthor id="40" name="psylife00" initials="p" lastIdx="16" clrIdx="39"/>
  <p:cmAuthor id="191251535" name="沈霄雷" initials="沈" lastIdx="833089" clrIdx="0"/>
  <p:cmAuthor id="43" name="Microsoft Office 用户" initials="MO用 [8] [6]" lastIdx="1" clrIdx="42"/>
  <p:cmAuthor id="46" name="fangyuan" initials="FY" lastIdx="2" clrIdx="45"/>
  <p:cmAuthor id="48" name="TOM" initials="T" lastIdx="1" clrIdx="47"/>
  <p:cmAuthor id="394525608" name="仇怿俊" initials="仇" lastIdx="0" clrIdx="0"/>
  <p:cmAuthor id="394525609" name="jetle" initials="j" lastIdx="3" clrIdx="37"/>
  <p:cmAuthor id="394525610" name="wj j" initials="wj" lastIdx="1" clrIdx="46"/>
  <p:cmAuthor id="394525611" name="郝瑞" initials="h" lastIdx="2" clrIdx="48"/>
  <p:cmAuthor id="394525612" name="世宇 郑" initials="世郑" lastIdx="1" clrIdx="49"/>
  <p:cmAuthor id="57" name="a" initials="a" lastIdx="0" clrIdx="56"/>
  <p:cmAuthor id="58" name="liulibo" initials="l" lastIdx="0" clrIdx="57"/>
  <p:cmAuthor id="59" name="青飞" initials="青飞" lastIdx="0" clrIdx="58"/>
  <p:cmAuthor id="60" name="姜伟光" initials="姜" lastIdx="0" clrIdx="59"/>
  <p:cmAuthor id="61" name="子逸 薛" initials="子" lastIdx="0" clrIdx="60"/>
  <p:cmAuthor id="62" name="Windows User" initials="WU" lastIdx="0" clrIdx="61"/>
  <p:cmAuthor id="63" name="86137" initials="8" lastIdx="0" clrIdx="62"/>
  <p:cmAuthor id="64" name="lenovo" initials="l" lastIdx="0" clrIdx="63"/>
  <p:cmAuthor id="65" name="zhangzl" initials="z" lastIdx="0" clrIdx="64"/>
  <p:cmAuthor id="66" name="ming qiu" initials="m" lastIdx="0" clrIdx="6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A6A5"/>
    <a:srgbClr val="D47876"/>
    <a:srgbClr val="EECFCE"/>
    <a:srgbClr val="DFAA6F"/>
    <a:srgbClr val="C0504D"/>
    <a:srgbClr val="F7EAEA"/>
    <a:srgbClr val="599ED3"/>
    <a:srgbClr val="FAF0F0"/>
    <a:srgbClr val="632523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1" autoAdjust="0"/>
    <p:restoredTop sz="95320" autoAdjust="0"/>
  </p:normalViewPr>
  <p:slideViewPr>
    <p:cSldViewPr snapToGrid="0" showGuides="1">
      <p:cViewPr varScale="1">
        <p:scale>
          <a:sx n="81" d="100"/>
          <a:sy n="81" d="100"/>
        </p:scale>
        <p:origin x="235" y="48"/>
      </p:cViewPr>
      <p:guideLst>
        <p:guide orient="horz" pos="2072"/>
        <p:guide pos="368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93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3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D7A77-986E-4AB0-AFCB-280817280D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49957-520B-4BDA-8637-6FBE079105B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896938" y="971550"/>
            <a:ext cx="4870450" cy="2740025"/>
          </a:xfrm>
          <a:ln>
            <a:miter lim="800000"/>
          </a:ln>
        </p:spPr>
      </p:sp>
      <p:sp>
        <p:nvSpPr>
          <p:cNvPr id="5529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 lIns="90754" tIns="45377" rIns="90754" bIns="45377"/>
          <a:lstStyle/>
          <a:p>
            <a:endParaRPr lang="en-US" altLang="zh-CN" dirty="0"/>
          </a:p>
        </p:txBody>
      </p:sp>
      <p:sp>
        <p:nvSpPr>
          <p:cNvPr id="245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38788" y="6945313"/>
            <a:ext cx="4238625" cy="366712"/>
          </a:xfrm>
          <a:prstGeom prst="rect">
            <a:avLst/>
          </a:prstGeom>
        </p:spPr>
        <p:txBody>
          <a:bodyPr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+mn-cs"/>
              </a:rPr>
              <a:t>*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49957-520B-4BDA-8637-6FBE079105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49957-520B-4BDA-8637-6FBE079105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49957-520B-4BDA-8637-6FBE079105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E8600A-C151-4D79-9D3C-885848DF97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image" Target="../media/image11.png"/><Relationship Id="rId4" Type="http://schemas.openxmlformats.org/officeDocument/2006/relationships/image" Target="../media/image10.jpe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9526C-7F62-4B05-AA04-843CAE3F79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CD3BE-8DEB-4967-BB52-D49F25C5C5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9526C-7F62-4B05-AA04-843CAE3F79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CD3BE-8DEB-4967-BB52-D49F25C5C5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9526C-7F62-4B05-AA04-843CAE3F79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CD3BE-8DEB-4967-BB52-D49F25C5C5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9526C-7F62-4B05-AA04-843CAE3F79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CD3BE-8DEB-4967-BB52-D49F25C5C5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9526C-7F62-4B05-AA04-843CAE3F79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CD3BE-8DEB-4967-BB52-D49F25C5C5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9526C-7F62-4B05-AA04-843CAE3F79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CD3BE-8DEB-4967-BB52-D49F25C5C5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9526C-7F62-4B05-AA04-843CAE3F79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CD3BE-8DEB-4967-BB52-D49F25C5C5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9526C-7F62-4B05-AA04-843CAE3F79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CD3BE-8DEB-4967-BB52-D49F25C5C5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9526C-7F62-4B05-AA04-843CAE3F79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CD3BE-8DEB-4967-BB52-D49F25C5C5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9526C-7F62-4B05-AA04-843CAE3F79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CD3BE-8DEB-4967-BB52-D49F25C5C5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9526C-7F62-4B05-AA04-843CAE3F79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CD3BE-8DEB-4967-BB52-D49F25C5C5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页">
    <p:bg>
      <p:bgPr>
        <a:blipFill rotWithShape="1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315237" y="202458"/>
            <a:ext cx="11666092" cy="829081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9529" tIns="49529" rIns="49529" bIns="49529" numCol="1" spcCol="38100" rtlCol="0" anchor="ctr">
            <a:noAutofit/>
          </a:bodyPr>
          <a:lstStyle/>
          <a:p>
            <a:pPr marL="0" marR="0" indent="0" algn="l" defTabSz="990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95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1" name="文本占位符 22"/>
          <p:cNvSpPr>
            <a:spLocks noGrp="1"/>
          </p:cNvSpPr>
          <p:nvPr>
            <p:ph type="body" sz="quarter" idx="10"/>
          </p:nvPr>
        </p:nvSpPr>
        <p:spPr>
          <a:xfrm>
            <a:off x="1223876" y="2756230"/>
            <a:ext cx="9744253" cy="124883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2" name="文本占位符 27"/>
          <p:cNvSpPr>
            <a:spLocks noGrp="1"/>
          </p:cNvSpPr>
          <p:nvPr>
            <p:ph type="body" sz="quarter" idx="12"/>
          </p:nvPr>
        </p:nvSpPr>
        <p:spPr>
          <a:xfrm>
            <a:off x="3023789" y="4005043"/>
            <a:ext cx="6144427" cy="4810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2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69" y="202458"/>
            <a:ext cx="1366837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122216"/>
            <a:ext cx="9205682" cy="685514"/>
          </a:xfrm>
        </p:spPr>
        <p:txBody>
          <a:bodyPr>
            <a:noAutofit/>
          </a:bodyPr>
          <a:lstStyle>
            <a:lvl1pPr algn="l" defTabSz="12185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1757800" y="6520802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7295"/>
            <a:fld id="{D5DDBE9D-0EAE-4BF9-9976-992BCF72F40A}" type="slidenum">
              <a:rPr lang="zh-CN" altLang="en-US" sz="160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600" dirty="0">
              <a:solidFill>
                <a:prstClr val="black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335359" y="807730"/>
            <a:ext cx="11520001" cy="67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加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568608" y="6444602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7295"/>
            <a:fld id="{D5DDBE9D-0EAE-4BF9-9976-992BCF72F40A}" type="slidenum">
              <a:rPr lang="zh-CN" altLang="en-US" sz="160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600" dirty="0">
              <a:solidFill>
                <a:prstClr val="black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335359" y="807730"/>
            <a:ext cx="11520001" cy="67235"/>
          </a:xfrm>
          <a:prstGeom prst="rect">
            <a:avLst/>
          </a:prstGeom>
        </p:spPr>
      </p:pic>
      <p:sp>
        <p:nvSpPr>
          <p:cNvPr id="10" name="内容占位符 4"/>
          <p:cNvSpPr>
            <a:spLocks noGrp="1"/>
          </p:cNvSpPr>
          <p:nvPr>
            <p:ph sz="quarter" idx="10"/>
          </p:nvPr>
        </p:nvSpPr>
        <p:spPr>
          <a:xfrm>
            <a:off x="983665" y="1365661"/>
            <a:ext cx="8314714" cy="2433637"/>
          </a:xfrm>
        </p:spPr>
        <p:txBody>
          <a:bodyPr>
            <a:noAutofit/>
          </a:bodyPr>
          <a:lstStyle>
            <a:lvl1pPr marL="457200" indent="-457200">
              <a:buFont typeface="Wingdings" panose="05000000000000000000" pitchFamily="2" charset="2"/>
              <a:buChar char="p"/>
              <a:defRPr sz="2000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1181100" indent="-571500">
              <a:buFont typeface="Arial" panose="020B0604020202020204" pitchFamily="34" charset="0"/>
              <a:buChar char="•"/>
              <a:defRPr sz="1800"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523365" indent="-304800">
              <a:buFont typeface="华文细黑" panose="02010600040101010101" pitchFamily="2" charset="-122"/>
              <a:buChar char="−"/>
              <a:defRPr sz="1400"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>
              <a:defRPr sz="1200"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>
              <a:defRPr sz="1200"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771094" y="15229"/>
            <a:ext cx="1367118" cy="877690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335360" y="122216"/>
            <a:ext cx="9205682" cy="685514"/>
          </a:xfrm>
        </p:spPr>
        <p:txBody>
          <a:bodyPr>
            <a:noAutofit/>
          </a:bodyPr>
          <a:lstStyle>
            <a:lvl1pPr algn="l" defTabSz="12185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尾页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 b="-372"/>
          <a:stretch>
            <a:fillRect/>
          </a:stretch>
        </p:blipFill>
        <p:spPr>
          <a:xfrm>
            <a:off x="6605285" y="2747464"/>
            <a:ext cx="5586715" cy="411053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68602" y="219223"/>
            <a:ext cx="2114308" cy="922367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ctrTitle" hasCustomPrompt="1"/>
          </p:nvPr>
        </p:nvSpPr>
        <p:spPr>
          <a:xfrm>
            <a:off x="0" y="2564952"/>
            <a:ext cx="12192000" cy="1470025"/>
          </a:xfrm>
          <a:prstGeom prst="rect">
            <a:avLst/>
          </a:prstGeom>
        </p:spPr>
        <p:txBody>
          <a:bodyPr lIns="68532" tIns="34266" rIns="68532" bIns="34266">
            <a:normAutofit/>
          </a:bodyPr>
          <a:lstStyle>
            <a:lvl1pPr algn="ctr">
              <a:defRPr sz="8000" b="1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kumimoji="1" lang="zh-CN" altLang="en-US" dirty="0"/>
              <a:t>谢 谢！</a:t>
            </a:r>
            <a:endParaRPr kumimoji="1"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706444" y="309282"/>
            <a:ext cx="0" cy="658906"/>
          </a:xfrm>
          <a:prstGeom prst="line">
            <a:avLst/>
          </a:prstGeom>
          <a:ln>
            <a:solidFill>
              <a:srgbClr val="C1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logo2"/>
          <p:cNvPicPr>
            <a:picLocks noChangeAspect="1" noChangeArrowheads="1"/>
          </p:cNvPicPr>
          <p:nvPr userDrawn="1"/>
        </p:nvPicPr>
        <p:blipFill rotWithShape="1">
          <a:blip r:embed="rId4" cstate="print"/>
          <a:srcRect l="4277" t="15625" r="81818" b="13101"/>
          <a:stretch>
            <a:fillRect/>
          </a:stretch>
        </p:blipFill>
        <p:spPr bwMode="auto">
          <a:xfrm>
            <a:off x="2812379" y="309282"/>
            <a:ext cx="825169" cy="658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8565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8565"/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1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8565"/>
            <a:fld id="{D5DDBE9D-0EAE-4BF9-9976-992BCF72F40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757800" y="6520802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7295"/>
            <a:fld id="{D5DDBE9D-0EAE-4BF9-9976-992BCF72F40A}" type="slidenum">
              <a:rPr lang="zh-CN" altLang="en-US" sz="160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600" dirty="0">
              <a:solidFill>
                <a:prstClr val="black"/>
              </a:solidFill>
            </a:endParaRPr>
          </a:p>
        </p:txBody>
      </p:sp>
      <p:pic>
        <p:nvPicPr>
          <p:cNvPr id="12" name="Picture 10" descr="logo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7" t="15625" r="81818" b="13101"/>
          <a:stretch>
            <a:fillRect/>
          </a:stretch>
        </p:blipFill>
        <p:spPr bwMode="auto">
          <a:xfrm>
            <a:off x="11277902" y="261705"/>
            <a:ext cx="616373" cy="492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Line 14"/>
          <p:cNvSpPr>
            <a:spLocks noChangeShapeType="1"/>
          </p:cNvSpPr>
          <p:nvPr userDrawn="1"/>
        </p:nvSpPr>
        <p:spPr bwMode="auto">
          <a:xfrm>
            <a:off x="1964612" y="433388"/>
            <a:ext cx="0" cy="242887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 bwMode="auto">
          <a:xfrm>
            <a:off x="0" y="239713"/>
            <a:ext cx="652463" cy="61277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sz="16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 userDrawn="1"/>
        </p:nvSpPr>
        <p:spPr bwMode="auto">
          <a:xfrm>
            <a:off x="1964612" y="436563"/>
            <a:ext cx="3454400" cy="2460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1000" b="0">
                <a:latin typeface="微软雅黑" panose="020B0503020204020204" pitchFamily="34" charset="-122"/>
                <a:ea typeface="微软雅黑" panose="020B0503020204020204" pitchFamily="34" charset="-122"/>
              </a:rPr>
              <a:t>中国电信临港信息园区</a:t>
            </a:r>
            <a:r>
              <a:rPr lang="en-US" altLang="zh-CN" sz="1000" b="0">
                <a:latin typeface="微软雅黑" panose="020B0503020204020204" pitchFamily="34" charset="-122"/>
                <a:ea typeface="微软雅黑" panose="020B0503020204020204" pitchFamily="34" charset="-122"/>
              </a:rPr>
              <a:t>A6</a:t>
            </a:r>
            <a:r>
              <a:rPr lang="zh-CN" altLang="en-US" sz="1000" b="0">
                <a:latin typeface="微软雅黑" panose="020B0503020204020204" pitchFamily="34" charset="-122"/>
                <a:ea typeface="微软雅黑" panose="020B0503020204020204" pitchFamily="34" charset="-122"/>
              </a:rPr>
              <a:t>海缆登陆站</a:t>
            </a:r>
            <a:r>
              <a:rPr lang="zh-CN" altLang="zh-CN" sz="1000" b="0"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1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253859" y="6356184"/>
            <a:ext cx="1645029" cy="400236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9529" tIns="49529" rIns="49529" bIns="49529" numCol="1" spcCol="38100" rtlCol="0" anchor="ctr">
            <a:spAutoFit/>
          </a:bodyPr>
          <a:lstStyle/>
          <a:p>
            <a:pPr marL="0" marR="0" indent="0" algn="l" defTabSz="990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95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pic>
        <p:nvPicPr>
          <p:cNvPr id="8" name="图片 7" descr="图片包含 物体&#10;&#10;&#10;&#10;自动生成的说明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819" y="5689611"/>
            <a:ext cx="2710459" cy="1625893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11375547" y="6340975"/>
            <a:ext cx="317607" cy="323165"/>
          </a:xfrm>
        </p:spPr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752" y="6255482"/>
            <a:ext cx="1705686" cy="44523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359" y="288000"/>
            <a:ext cx="770376" cy="471837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页">
    <p:bg>
      <p:bgPr>
        <a:blipFill rotWithShape="1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315237" y="202458"/>
            <a:ext cx="11666092" cy="829081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9529" tIns="49529" rIns="49529" bIns="49529" numCol="1" spcCol="38100" rtlCol="0" anchor="ctr">
            <a:noAutofit/>
          </a:bodyPr>
          <a:lstStyle/>
          <a:p>
            <a:pPr marL="0" marR="0" indent="0" algn="l" defTabSz="990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95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1" name="文本占位符 22"/>
          <p:cNvSpPr>
            <a:spLocks noGrp="1"/>
          </p:cNvSpPr>
          <p:nvPr>
            <p:ph type="body" sz="quarter" idx="10"/>
          </p:nvPr>
        </p:nvSpPr>
        <p:spPr>
          <a:xfrm>
            <a:off x="1223876" y="2756230"/>
            <a:ext cx="9744253" cy="124883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2" name="文本占位符 27"/>
          <p:cNvSpPr>
            <a:spLocks noGrp="1"/>
          </p:cNvSpPr>
          <p:nvPr>
            <p:ph type="body" sz="quarter" idx="12"/>
          </p:nvPr>
        </p:nvSpPr>
        <p:spPr>
          <a:xfrm>
            <a:off x="3023789" y="4005043"/>
            <a:ext cx="6144427" cy="4810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5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753" y="280035"/>
            <a:ext cx="1366837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122216"/>
            <a:ext cx="9205682" cy="685514"/>
          </a:xfrm>
        </p:spPr>
        <p:txBody>
          <a:bodyPr>
            <a:noAutofit/>
          </a:bodyPr>
          <a:lstStyle>
            <a:lvl1pPr algn="l" defTabSz="12185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1757800" y="6520802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7295"/>
            <a:fld id="{D5DDBE9D-0EAE-4BF9-9976-992BCF72F40A}" type="slidenum">
              <a:rPr lang="zh-CN" altLang="en-US" sz="160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600" dirty="0">
              <a:solidFill>
                <a:prstClr val="black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335359" y="807730"/>
            <a:ext cx="11520001" cy="67235"/>
          </a:xfrm>
          <a:prstGeom prst="rect">
            <a:avLst/>
          </a:prstGeom>
        </p:spPr>
      </p:pic>
      <p:pic>
        <p:nvPicPr>
          <p:cNvPr id="5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88" y="15875"/>
            <a:ext cx="1366837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尾页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 b="-372"/>
          <a:stretch>
            <a:fillRect/>
          </a:stretch>
        </p:blipFill>
        <p:spPr>
          <a:xfrm>
            <a:off x="6605285" y="2747464"/>
            <a:ext cx="5586715" cy="411053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68602" y="219223"/>
            <a:ext cx="2114308" cy="922367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ctrTitle" hasCustomPrompt="1"/>
          </p:nvPr>
        </p:nvSpPr>
        <p:spPr>
          <a:xfrm>
            <a:off x="0" y="2564952"/>
            <a:ext cx="12192000" cy="1470025"/>
          </a:xfrm>
          <a:prstGeom prst="rect">
            <a:avLst/>
          </a:prstGeom>
        </p:spPr>
        <p:txBody>
          <a:bodyPr lIns="68532" tIns="34266" rIns="68532" bIns="34266">
            <a:normAutofit/>
          </a:bodyPr>
          <a:lstStyle>
            <a:lvl1pPr algn="ctr">
              <a:defRPr sz="8000" b="1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kumimoji="1" lang="zh-CN" altLang="en-US" dirty="0"/>
              <a:t>谢 谢！</a:t>
            </a:r>
            <a:endParaRPr kumimoji="1"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子陵职场PP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  <a:tint val="82000"/>
                  </a:schemeClr>
                </a:solidFill>
              </a:defRPr>
            </a:lvl1pPr>
          </a:lstStyle>
          <a:p>
            <a:fld id="{1E89DF2E-0235-42CA-A6B4-8584AC42DC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  <a:tint val="82000"/>
                  </a:schemeClr>
                </a:solidFill>
              </a:defRPr>
            </a:lvl1pPr>
          </a:lstStyle>
          <a:p>
            <a:fld id="{2962B124-AFD5-4D1B-B714-4DE6810165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子陵职场P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-4"/>
          <p:cNvSpPr/>
          <p:nvPr userDrawn="1"/>
        </p:nvSpPr>
        <p:spPr>
          <a:xfrm>
            <a:off x="-9891" y="-4546"/>
            <a:ext cx="12211781" cy="686254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37000">
                <a:schemeClr val="accent1">
                  <a:lumMod val="7000"/>
                  <a:lumOff val="9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cxnSp>
        <p:nvCxnSpPr>
          <p:cNvPr id="16" name="子陵职场PPT-3"/>
          <p:cNvCxnSpPr/>
          <p:nvPr userDrawn="1">
            <p:custDataLst>
              <p:tags r:id="rId2"/>
            </p:custDataLst>
          </p:nvPr>
        </p:nvCxnSpPr>
        <p:spPr>
          <a:xfrm>
            <a:off x="297563" y="758014"/>
            <a:ext cx="11775440" cy="0"/>
          </a:xfrm>
          <a:prstGeom prst="line">
            <a:avLst/>
          </a:prstGeom>
          <a:gradFill flip="none" rotWithShape="1">
            <a:gsLst>
              <a:gs pos="0">
                <a:srgbClr val="E6564F"/>
              </a:gs>
              <a:gs pos="70000">
                <a:srgbClr val="D12A22"/>
              </a:gs>
            </a:gsLst>
            <a:lin ang="5400000" scaled="1"/>
            <a:tileRect/>
          </a:gradFill>
          <a:ln w="38100">
            <a:gradFill>
              <a:gsLst>
                <a:gs pos="0">
                  <a:schemeClr val="accent1"/>
                </a:gs>
                <a:gs pos="87000">
                  <a:schemeClr val="accent1">
                    <a:alpha val="1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子陵职场PPT-2"/>
          <p:cNvSpPr>
            <a:spLocks noGrp="1"/>
          </p:cNvSpPr>
          <p:nvPr>
            <p:ph type="title"/>
          </p:nvPr>
        </p:nvSpPr>
        <p:spPr>
          <a:xfrm>
            <a:off x="842010" y="241935"/>
            <a:ext cx="4964430" cy="589280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1" kern="120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80000"/>
                        <a:lumOff val="20000"/>
                      </a:schemeClr>
                    </a:gs>
                  </a:gsLst>
                  <a:lin ang="0" scaled="0"/>
                </a:gradFill>
                <a:effectLst/>
                <a:latin typeface="+mj-ea"/>
                <a:ea typeface="+mj-ea"/>
                <a:cs typeface="HarmonyOS Sans SC" panose="000005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8948" name="子陵职场PPT-1"/>
          <p:cNvGrpSpPr/>
          <p:nvPr userDrawn="1"/>
        </p:nvGrpSpPr>
        <p:grpSpPr>
          <a:xfrm>
            <a:off x="353060" y="321945"/>
            <a:ext cx="436245" cy="334645"/>
            <a:chOff x="4774321" y="2479767"/>
            <a:chExt cx="348844" cy="267470"/>
          </a:xfrm>
          <a:gradFill>
            <a:gsLst>
              <a:gs pos="100000">
                <a:schemeClr val="accent3"/>
              </a:gs>
              <a:gs pos="55000">
                <a:schemeClr val="accent1"/>
              </a:gs>
            </a:gsLst>
            <a:lin ang="16200000" scaled="0"/>
          </a:gradFill>
        </p:grpSpPr>
        <p:sp>
          <p:nvSpPr>
            <p:cNvPr id="8949" name="Google Shape;8949;p86"/>
            <p:cNvSpPr/>
            <p:nvPr/>
          </p:nvSpPr>
          <p:spPr>
            <a:xfrm>
              <a:off x="4958787" y="2479767"/>
              <a:ext cx="164378" cy="227915"/>
            </a:xfrm>
            <a:custGeom>
              <a:avLst/>
              <a:gdLst/>
              <a:ahLst/>
              <a:cxnLst/>
              <a:rect l="l" t="t" r="r" b="b"/>
              <a:pathLst>
                <a:path w="5050" h="7002" extrusionOk="0">
                  <a:moveTo>
                    <a:pt x="3883" y="1405"/>
                  </a:moveTo>
                  <a:lnTo>
                    <a:pt x="3883" y="2024"/>
                  </a:lnTo>
                  <a:lnTo>
                    <a:pt x="1192" y="2024"/>
                  </a:lnTo>
                  <a:lnTo>
                    <a:pt x="1192" y="1405"/>
                  </a:lnTo>
                  <a:close/>
                  <a:moveTo>
                    <a:pt x="3883" y="2834"/>
                  </a:moveTo>
                  <a:lnTo>
                    <a:pt x="3883" y="3429"/>
                  </a:lnTo>
                  <a:lnTo>
                    <a:pt x="1192" y="3429"/>
                  </a:lnTo>
                  <a:lnTo>
                    <a:pt x="1192" y="2834"/>
                  </a:lnTo>
                  <a:close/>
                  <a:moveTo>
                    <a:pt x="3883" y="4239"/>
                  </a:moveTo>
                  <a:lnTo>
                    <a:pt x="3883" y="4858"/>
                  </a:lnTo>
                  <a:lnTo>
                    <a:pt x="1192" y="4858"/>
                  </a:lnTo>
                  <a:lnTo>
                    <a:pt x="1192" y="4239"/>
                  </a:lnTo>
                  <a:close/>
                  <a:moveTo>
                    <a:pt x="1597" y="0"/>
                  </a:moveTo>
                  <a:cubicBezTo>
                    <a:pt x="715" y="0"/>
                    <a:pt x="1" y="715"/>
                    <a:pt x="1" y="1596"/>
                  </a:cubicBezTo>
                  <a:lnTo>
                    <a:pt x="1" y="7002"/>
                  </a:lnTo>
                  <a:cubicBezTo>
                    <a:pt x="430" y="6549"/>
                    <a:pt x="1001" y="6311"/>
                    <a:pt x="1597" y="6311"/>
                  </a:cubicBezTo>
                  <a:lnTo>
                    <a:pt x="5050" y="6311"/>
                  </a:lnTo>
                  <a:lnTo>
                    <a:pt x="5050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0" name="Google Shape;8950;p86"/>
            <p:cNvSpPr/>
            <p:nvPr/>
          </p:nvSpPr>
          <p:spPr>
            <a:xfrm>
              <a:off x="4774321" y="2479767"/>
              <a:ext cx="164345" cy="227134"/>
            </a:xfrm>
            <a:custGeom>
              <a:avLst/>
              <a:gdLst/>
              <a:ahLst/>
              <a:cxnLst/>
              <a:rect l="l" t="t" r="r" b="b"/>
              <a:pathLst>
                <a:path w="5049" h="6978" extrusionOk="0">
                  <a:moveTo>
                    <a:pt x="3882" y="1405"/>
                  </a:moveTo>
                  <a:lnTo>
                    <a:pt x="3882" y="2024"/>
                  </a:lnTo>
                  <a:lnTo>
                    <a:pt x="1191" y="2024"/>
                  </a:lnTo>
                  <a:lnTo>
                    <a:pt x="1191" y="1405"/>
                  </a:lnTo>
                  <a:close/>
                  <a:moveTo>
                    <a:pt x="3882" y="2834"/>
                  </a:moveTo>
                  <a:lnTo>
                    <a:pt x="3882" y="3429"/>
                  </a:lnTo>
                  <a:lnTo>
                    <a:pt x="1191" y="3429"/>
                  </a:lnTo>
                  <a:lnTo>
                    <a:pt x="1191" y="2834"/>
                  </a:lnTo>
                  <a:close/>
                  <a:moveTo>
                    <a:pt x="3882" y="4239"/>
                  </a:moveTo>
                  <a:lnTo>
                    <a:pt x="3882" y="4858"/>
                  </a:lnTo>
                  <a:lnTo>
                    <a:pt x="1191" y="4858"/>
                  </a:lnTo>
                  <a:lnTo>
                    <a:pt x="1191" y="4239"/>
                  </a:lnTo>
                  <a:close/>
                  <a:moveTo>
                    <a:pt x="0" y="0"/>
                  </a:moveTo>
                  <a:lnTo>
                    <a:pt x="0" y="6287"/>
                  </a:lnTo>
                  <a:lnTo>
                    <a:pt x="3453" y="6287"/>
                  </a:lnTo>
                  <a:cubicBezTo>
                    <a:pt x="4049" y="6311"/>
                    <a:pt x="4620" y="6549"/>
                    <a:pt x="5049" y="6978"/>
                  </a:cubicBezTo>
                  <a:lnTo>
                    <a:pt x="5049" y="1596"/>
                  </a:lnTo>
                  <a:cubicBezTo>
                    <a:pt x="5049" y="715"/>
                    <a:pt x="4334" y="0"/>
                    <a:pt x="3453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1" name="Google Shape;8951;p86"/>
            <p:cNvSpPr/>
            <p:nvPr/>
          </p:nvSpPr>
          <p:spPr>
            <a:xfrm>
              <a:off x="4961131" y="2705345"/>
              <a:ext cx="162034" cy="41892"/>
            </a:xfrm>
            <a:custGeom>
              <a:avLst/>
              <a:gdLst/>
              <a:ahLst/>
              <a:cxnLst/>
              <a:rect l="l" t="t" r="r" b="b"/>
              <a:pathLst>
                <a:path w="4978" h="1287" extrusionOk="0">
                  <a:moveTo>
                    <a:pt x="1548" y="0"/>
                  </a:moveTo>
                  <a:cubicBezTo>
                    <a:pt x="786" y="0"/>
                    <a:pt x="143" y="524"/>
                    <a:pt x="0" y="1286"/>
                  </a:cubicBezTo>
                  <a:lnTo>
                    <a:pt x="4978" y="1286"/>
                  </a:lnTo>
                  <a:lnTo>
                    <a:pt x="4978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2" name="Google Shape;8952;p86"/>
            <p:cNvSpPr/>
            <p:nvPr/>
          </p:nvSpPr>
          <p:spPr>
            <a:xfrm>
              <a:off x="4774321" y="2705345"/>
              <a:ext cx="162034" cy="41892"/>
            </a:xfrm>
            <a:custGeom>
              <a:avLst/>
              <a:gdLst/>
              <a:ahLst/>
              <a:cxnLst/>
              <a:rect l="l" t="t" r="r" b="b"/>
              <a:pathLst>
                <a:path w="4978" h="1287" extrusionOk="0">
                  <a:moveTo>
                    <a:pt x="0" y="0"/>
                  </a:moveTo>
                  <a:lnTo>
                    <a:pt x="0" y="1286"/>
                  </a:lnTo>
                  <a:lnTo>
                    <a:pt x="4977" y="1286"/>
                  </a:lnTo>
                  <a:cubicBezTo>
                    <a:pt x="4834" y="524"/>
                    <a:pt x="4191" y="0"/>
                    <a:pt x="3429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</p:grpSp>
      <p:sp>
        <p:nvSpPr>
          <p:cNvPr id="3" name="文本框 2"/>
          <p:cNvSpPr txBox="1"/>
          <p:nvPr userDrawn="1"/>
        </p:nvSpPr>
        <p:spPr>
          <a:xfrm>
            <a:off x="6788426" y="383541"/>
            <a:ext cx="5348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@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子陵职场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PPT |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工作汇报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|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思维模型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|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数据分析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子陵职场PP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74354-092B-4AE8-8FAB-851CE34356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BE542-572B-4352-94F8-F5F2D546A8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-4"/>
          <p:cNvSpPr/>
          <p:nvPr userDrawn="1"/>
        </p:nvSpPr>
        <p:spPr>
          <a:xfrm>
            <a:off x="-9891" y="-4546"/>
            <a:ext cx="12211781" cy="686254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37000">
                <a:schemeClr val="accent1">
                  <a:lumMod val="7000"/>
                  <a:lumOff val="9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cxnSp>
        <p:nvCxnSpPr>
          <p:cNvPr id="16" name="子陵职场PPT-3"/>
          <p:cNvCxnSpPr/>
          <p:nvPr userDrawn="1">
            <p:custDataLst>
              <p:tags r:id="rId2"/>
            </p:custDataLst>
          </p:nvPr>
        </p:nvCxnSpPr>
        <p:spPr>
          <a:xfrm>
            <a:off x="297563" y="758014"/>
            <a:ext cx="11775440" cy="0"/>
          </a:xfrm>
          <a:prstGeom prst="line">
            <a:avLst/>
          </a:prstGeom>
          <a:gradFill flip="none" rotWithShape="1">
            <a:gsLst>
              <a:gs pos="0">
                <a:srgbClr val="E6564F"/>
              </a:gs>
              <a:gs pos="70000">
                <a:srgbClr val="D12A22"/>
              </a:gs>
            </a:gsLst>
            <a:lin ang="5400000" scaled="1"/>
            <a:tileRect/>
          </a:gradFill>
          <a:ln w="38100">
            <a:gradFill>
              <a:gsLst>
                <a:gs pos="0">
                  <a:schemeClr val="accent1"/>
                </a:gs>
                <a:gs pos="87000">
                  <a:schemeClr val="accent1">
                    <a:alpha val="1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子陵职场PPT-2"/>
          <p:cNvSpPr>
            <a:spLocks noGrp="1"/>
          </p:cNvSpPr>
          <p:nvPr>
            <p:ph type="title"/>
          </p:nvPr>
        </p:nvSpPr>
        <p:spPr>
          <a:xfrm>
            <a:off x="842010" y="241935"/>
            <a:ext cx="4964430" cy="589280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1" kern="120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80000"/>
                        <a:lumOff val="20000"/>
                      </a:schemeClr>
                    </a:gs>
                  </a:gsLst>
                  <a:lin ang="0" scaled="0"/>
                </a:gradFill>
                <a:effectLst/>
                <a:latin typeface="+mj-ea"/>
                <a:ea typeface="+mj-ea"/>
                <a:cs typeface="HarmonyOS Sans SC" panose="000005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8948" name="子陵职场PPT-1"/>
          <p:cNvGrpSpPr/>
          <p:nvPr userDrawn="1"/>
        </p:nvGrpSpPr>
        <p:grpSpPr>
          <a:xfrm>
            <a:off x="353060" y="321945"/>
            <a:ext cx="436245" cy="334645"/>
            <a:chOff x="4774321" y="2479767"/>
            <a:chExt cx="348844" cy="267470"/>
          </a:xfrm>
          <a:gradFill>
            <a:gsLst>
              <a:gs pos="100000">
                <a:schemeClr val="accent3"/>
              </a:gs>
              <a:gs pos="55000">
                <a:schemeClr val="accent1"/>
              </a:gs>
            </a:gsLst>
            <a:lin ang="16200000" scaled="0"/>
          </a:gradFill>
        </p:grpSpPr>
        <p:sp>
          <p:nvSpPr>
            <p:cNvPr id="8949" name="Google Shape;8949;p86"/>
            <p:cNvSpPr/>
            <p:nvPr/>
          </p:nvSpPr>
          <p:spPr>
            <a:xfrm>
              <a:off x="4958787" y="2479767"/>
              <a:ext cx="164378" cy="227915"/>
            </a:xfrm>
            <a:custGeom>
              <a:avLst/>
              <a:gdLst/>
              <a:ahLst/>
              <a:cxnLst/>
              <a:rect l="l" t="t" r="r" b="b"/>
              <a:pathLst>
                <a:path w="5050" h="7002" extrusionOk="0">
                  <a:moveTo>
                    <a:pt x="3883" y="1405"/>
                  </a:moveTo>
                  <a:lnTo>
                    <a:pt x="3883" y="2024"/>
                  </a:lnTo>
                  <a:lnTo>
                    <a:pt x="1192" y="2024"/>
                  </a:lnTo>
                  <a:lnTo>
                    <a:pt x="1192" y="1405"/>
                  </a:lnTo>
                  <a:close/>
                  <a:moveTo>
                    <a:pt x="3883" y="2834"/>
                  </a:moveTo>
                  <a:lnTo>
                    <a:pt x="3883" y="3429"/>
                  </a:lnTo>
                  <a:lnTo>
                    <a:pt x="1192" y="3429"/>
                  </a:lnTo>
                  <a:lnTo>
                    <a:pt x="1192" y="2834"/>
                  </a:lnTo>
                  <a:close/>
                  <a:moveTo>
                    <a:pt x="3883" y="4239"/>
                  </a:moveTo>
                  <a:lnTo>
                    <a:pt x="3883" y="4858"/>
                  </a:lnTo>
                  <a:lnTo>
                    <a:pt x="1192" y="4858"/>
                  </a:lnTo>
                  <a:lnTo>
                    <a:pt x="1192" y="4239"/>
                  </a:lnTo>
                  <a:close/>
                  <a:moveTo>
                    <a:pt x="1597" y="0"/>
                  </a:moveTo>
                  <a:cubicBezTo>
                    <a:pt x="715" y="0"/>
                    <a:pt x="1" y="715"/>
                    <a:pt x="1" y="1596"/>
                  </a:cubicBezTo>
                  <a:lnTo>
                    <a:pt x="1" y="7002"/>
                  </a:lnTo>
                  <a:cubicBezTo>
                    <a:pt x="430" y="6549"/>
                    <a:pt x="1001" y="6311"/>
                    <a:pt x="1597" y="6311"/>
                  </a:cubicBezTo>
                  <a:lnTo>
                    <a:pt x="5050" y="6311"/>
                  </a:lnTo>
                  <a:lnTo>
                    <a:pt x="5050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0" name="Google Shape;8950;p86"/>
            <p:cNvSpPr/>
            <p:nvPr/>
          </p:nvSpPr>
          <p:spPr>
            <a:xfrm>
              <a:off x="4774321" y="2479767"/>
              <a:ext cx="164345" cy="227134"/>
            </a:xfrm>
            <a:custGeom>
              <a:avLst/>
              <a:gdLst/>
              <a:ahLst/>
              <a:cxnLst/>
              <a:rect l="l" t="t" r="r" b="b"/>
              <a:pathLst>
                <a:path w="5049" h="6978" extrusionOk="0">
                  <a:moveTo>
                    <a:pt x="3882" y="1405"/>
                  </a:moveTo>
                  <a:lnTo>
                    <a:pt x="3882" y="2024"/>
                  </a:lnTo>
                  <a:lnTo>
                    <a:pt x="1191" y="2024"/>
                  </a:lnTo>
                  <a:lnTo>
                    <a:pt x="1191" y="1405"/>
                  </a:lnTo>
                  <a:close/>
                  <a:moveTo>
                    <a:pt x="3882" y="2834"/>
                  </a:moveTo>
                  <a:lnTo>
                    <a:pt x="3882" y="3429"/>
                  </a:lnTo>
                  <a:lnTo>
                    <a:pt x="1191" y="3429"/>
                  </a:lnTo>
                  <a:lnTo>
                    <a:pt x="1191" y="2834"/>
                  </a:lnTo>
                  <a:close/>
                  <a:moveTo>
                    <a:pt x="3882" y="4239"/>
                  </a:moveTo>
                  <a:lnTo>
                    <a:pt x="3882" y="4858"/>
                  </a:lnTo>
                  <a:lnTo>
                    <a:pt x="1191" y="4858"/>
                  </a:lnTo>
                  <a:lnTo>
                    <a:pt x="1191" y="4239"/>
                  </a:lnTo>
                  <a:close/>
                  <a:moveTo>
                    <a:pt x="0" y="0"/>
                  </a:moveTo>
                  <a:lnTo>
                    <a:pt x="0" y="6287"/>
                  </a:lnTo>
                  <a:lnTo>
                    <a:pt x="3453" y="6287"/>
                  </a:lnTo>
                  <a:cubicBezTo>
                    <a:pt x="4049" y="6311"/>
                    <a:pt x="4620" y="6549"/>
                    <a:pt x="5049" y="6978"/>
                  </a:cubicBezTo>
                  <a:lnTo>
                    <a:pt x="5049" y="1596"/>
                  </a:lnTo>
                  <a:cubicBezTo>
                    <a:pt x="5049" y="715"/>
                    <a:pt x="4334" y="0"/>
                    <a:pt x="3453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1" name="Google Shape;8951;p86"/>
            <p:cNvSpPr/>
            <p:nvPr/>
          </p:nvSpPr>
          <p:spPr>
            <a:xfrm>
              <a:off x="4961131" y="2705345"/>
              <a:ext cx="162034" cy="41892"/>
            </a:xfrm>
            <a:custGeom>
              <a:avLst/>
              <a:gdLst/>
              <a:ahLst/>
              <a:cxnLst/>
              <a:rect l="l" t="t" r="r" b="b"/>
              <a:pathLst>
                <a:path w="4978" h="1287" extrusionOk="0">
                  <a:moveTo>
                    <a:pt x="1548" y="0"/>
                  </a:moveTo>
                  <a:cubicBezTo>
                    <a:pt x="786" y="0"/>
                    <a:pt x="143" y="524"/>
                    <a:pt x="0" y="1286"/>
                  </a:cubicBezTo>
                  <a:lnTo>
                    <a:pt x="4978" y="1286"/>
                  </a:lnTo>
                  <a:lnTo>
                    <a:pt x="4978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2" name="Google Shape;8952;p86"/>
            <p:cNvSpPr/>
            <p:nvPr/>
          </p:nvSpPr>
          <p:spPr>
            <a:xfrm>
              <a:off x="4774321" y="2705345"/>
              <a:ext cx="162034" cy="41892"/>
            </a:xfrm>
            <a:custGeom>
              <a:avLst/>
              <a:gdLst/>
              <a:ahLst/>
              <a:cxnLst/>
              <a:rect l="l" t="t" r="r" b="b"/>
              <a:pathLst>
                <a:path w="4978" h="1287" extrusionOk="0">
                  <a:moveTo>
                    <a:pt x="0" y="0"/>
                  </a:moveTo>
                  <a:lnTo>
                    <a:pt x="0" y="1286"/>
                  </a:lnTo>
                  <a:lnTo>
                    <a:pt x="4977" y="1286"/>
                  </a:lnTo>
                  <a:cubicBezTo>
                    <a:pt x="4834" y="524"/>
                    <a:pt x="4191" y="0"/>
                    <a:pt x="3429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</p:grpSp>
      <p:sp>
        <p:nvSpPr>
          <p:cNvPr id="3" name="文本框 2"/>
          <p:cNvSpPr txBox="1"/>
          <p:nvPr userDrawn="1"/>
        </p:nvSpPr>
        <p:spPr>
          <a:xfrm>
            <a:off x="7090410" y="383540"/>
            <a:ext cx="50469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@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子陵职场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PPT | 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工作汇报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| 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思维模型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| 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数据分析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9526C-7F62-4B05-AA04-843CAE3F79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CD3BE-8DEB-4967-BB52-D49F25C5C56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68559" tIns="34280" rIns="68559" bIns="3428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68559" tIns="34280" rIns="68559" bIns="3428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68559" tIns="34280" rIns="68559" bIns="3428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565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68559" tIns="34280" rIns="68559" bIns="3428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565"/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1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68559" tIns="34280" rIns="68559" bIns="3428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565"/>
            <a:fld id="{D5DDBE9D-0EAE-4BF9-9976-992BCF72F40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dt="0"/>
  <p:txStyles>
    <p:titleStyle>
      <a:lvl1pPr algn="ctr" defTabSz="1218565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990600" indent="-3810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5233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29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7425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33508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04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00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96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5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6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2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8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68559" tIns="34280" rIns="68559" bIns="3428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68559" tIns="34280" rIns="68559" bIns="3428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68559" tIns="34280" rIns="68559" bIns="3428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565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68559" tIns="34280" rIns="68559" bIns="3428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565"/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1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68559" tIns="34280" rIns="68559" bIns="3428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565"/>
            <a:fld id="{D5DDBE9D-0EAE-4BF9-9976-992BCF72F40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</p:sldLayoutIdLst>
  <p:hf hdr="0" dt="0"/>
  <p:txStyles>
    <p:titleStyle>
      <a:lvl1pPr algn="ctr" defTabSz="1218565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990600" indent="-3810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5233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29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7425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33508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04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00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96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5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6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2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8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dk1">
                    <a:lumMod val="100000"/>
                    <a:tint val="82000"/>
                  </a:schemeClr>
                </a:solidFill>
                <a:cs typeface="HarmonyOS Sans SC" panose="00000500000000000000" charset="-122"/>
              </a:defRPr>
            </a:lvl1pPr>
          </a:lstStyle>
          <a:p>
            <a:fld id="{1E89DF2E-0235-42CA-A6B4-8584AC42DC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cs typeface="HarmonyOS Sans SC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dk1">
                    <a:lumMod val="100000"/>
                    <a:tint val="82000"/>
                  </a:schemeClr>
                </a:solidFill>
                <a:cs typeface="HarmonyOS Sans SC" panose="00000500000000000000" charset="-122"/>
              </a:defRPr>
            </a:lvl1pPr>
          </a:lstStyle>
          <a:p>
            <a:fld id="{2962B124-AFD5-4D1B-B714-4DE6810165E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dk1">
              <a:lumMod val="100000"/>
            </a:schemeClr>
          </a:solidFill>
          <a:latin typeface="+mj-lt"/>
          <a:ea typeface="+mj-ea"/>
          <a:cs typeface="HarmonyOS Sans SC" panose="000005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dk1">
              <a:lumMod val="100000"/>
            </a:schemeClr>
          </a:solidFill>
          <a:latin typeface="+mn-lt"/>
          <a:ea typeface="+mn-ea"/>
          <a:cs typeface="HarmonyOS Sans SC" panose="000005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dk1">
              <a:lumMod val="100000"/>
            </a:schemeClr>
          </a:solidFill>
          <a:latin typeface="+mn-lt"/>
          <a:ea typeface="+mn-ea"/>
          <a:cs typeface="HarmonyOS Sans SC" panose="000005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dk1">
              <a:lumMod val="100000"/>
            </a:schemeClr>
          </a:solidFill>
          <a:latin typeface="+mn-lt"/>
          <a:ea typeface="+mn-ea"/>
          <a:cs typeface="HarmonyOS Sans SC" panose="000005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dk1">
              <a:lumMod val="100000"/>
            </a:schemeClr>
          </a:solidFill>
          <a:latin typeface="+mn-lt"/>
          <a:ea typeface="+mn-ea"/>
          <a:cs typeface="HarmonyOS Sans SC" panose="000005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dk1">
              <a:lumMod val="100000"/>
            </a:schemeClr>
          </a:solidFill>
          <a:latin typeface="+mn-lt"/>
          <a:ea typeface="+mn-ea"/>
          <a:cs typeface="HarmonyOS Sans SC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11"/>
</p:tagLst>
</file>

<file path=ppt/tags/tag2.xml><?xml version="1.0" encoding="utf-8"?>
<p:tagLst xmlns:p="http://schemas.openxmlformats.org/presentationml/2006/main">
  <p:tag name="PA" val="v5.2.11"/>
</p:tagLst>
</file>

<file path=ppt/tags/tag3.xml><?xml version="1.0" encoding="utf-8"?>
<p:tagLst xmlns:p="http://schemas.openxmlformats.org/presentationml/2006/main">
  <p:tag name="RESOURCE_RECORD_KEY" val="{&quot;10&quot;:[50025726,20286855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1_CT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00000"/>
      </a:hlink>
      <a:folHlink>
        <a:srgbClr val="A5A5A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75000"/>
            <a:alpha val="20000"/>
          </a:schemeClr>
        </a:solidFill>
        <a:ln>
          <a:noFill/>
        </a:ln>
      </a:spPr>
      <a:bodyPr wrap="square" lIns="89996" tIns="46798" rIns="89996" bIns="46798" rtlCol="0" anchor="ctr">
        <a:noAutofit/>
      </a:bodyPr>
      <a:lstStyle>
        <a:defPPr algn="ctr">
          <a:defRPr dirty="0">
            <a:solidFill>
              <a:srgbClr val="FF0000"/>
            </a:solidFill>
            <a:latin typeface="华文细黑" panose="02010600040101010101" pitchFamily="2" charset="-122"/>
            <a:ea typeface="华文细黑" panose="02010600040101010101" pitchFamily="2" charset="-122"/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  <a:lnDef>
      <a:spPr>
        <a:ln w="25400"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2700">
          <a:noFill/>
          <a:miter lim="800000"/>
        </a:ln>
      </a:spPr>
      <a:bodyPr wrap="square" lIns="89996" tIns="46798" rIns="89996" bIns="46798" rtlCol="0" anchor="t">
        <a:spAutoFit/>
      </a:bodyPr>
      <a:lstStyle>
        <a:defPPr fontAlgn="auto">
          <a:lnSpc>
            <a:spcPct val="150000"/>
          </a:lnSpc>
          <a:defRPr lang="zh-CN" altLang="en-US" sz="1200" dirty="0"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2_CT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00000"/>
      </a:hlink>
      <a:folHlink>
        <a:srgbClr val="A5A5A5"/>
      </a:folHlink>
    </a:clrScheme>
    <a:fontScheme name="b4qkrxd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00000">
            <a:alpha val="30000"/>
          </a:srgbClr>
        </a:solidFill>
        <a:ln>
          <a:solidFill>
            <a:srgbClr val="B0413E"/>
          </a:solidFill>
        </a:ln>
      </a:spPr>
      <a:bodyPr wrap="square" lIns="89996" tIns="46798" rIns="89996" bIns="46798" rtlCol="0" anchor="ctr">
        <a:noAutofit/>
      </a:bodyPr>
      <a:lstStyle>
        <a:defPPr algn="ctr">
          <a:defRPr dirty="0">
            <a:solidFill>
              <a:srgbClr val="FF0000"/>
            </a:solidFill>
            <a:latin typeface="华文细黑" panose="02010600040101010101" pitchFamily="2" charset="-122"/>
            <a:ea typeface="华文细黑" panose="02010600040101010101" pitchFamily="2" charset="-122"/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  <a:lnDef>
      <a:spPr>
        <a:noFill/>
        <a:ln w="12700" cap="flat">
          <a:gradFill rotWithShape="1">
            <a:gsLst>
              <a:gs pos="0">
                <a:srgbClr val="2468F2">
                  <a:alpha val="0"/>
                </a:srgbClr>
              </a:gs>
              <a:gs pos="50000">
                <a:srgbClr val="2468F2"/>
              </a:gs>
              <a:gs pos="100000">
                <a:srgbClr val="2468F2">
                  <a:alpha val="0"/>
                </a:srgbClr>
              </a:gs>
            </a:gsLst>
            <a:lin ang="0" scaled="0"/>
          </a:gra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chemeClr val="accent1"/>
        </a:effectRef>
        <a:fontRef idx="none"/>
      </a:style>
    </a:lnDef>
    <a:txDef>
      <a:spPr>
        <a:solidFill>
          <a:srgbClr val="F18870">
            <a:lumMod val="20000"/>
            <a:lumOff val="80000"/>
          </a:srgbClr>
        </a:solidFill>
      </a:spPr>
      <a:bodyPr wrap="square" rtlCol="0">
        <a:spAutoFit/>
      </a:bodyPr>
      <a:lstStyle>
        <a:defPPr marR="0" indent="355600" algn="ctr" defTabSz="914400" rtl="0" fontAlgn="auto">
          <a:lnSpc>
            <a:spcPct val="13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600" i="0" u="none" strike="noStrike" kern="1200" cap="none" spc="0" normalizeH="0" baseline="0" noProof="0" dirty="0">
            <a:ln>
              <a:noFill/>
            </a:ln>
            <a:solidFill>
              <a:srgbClr val="C00000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n-cs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子陵职场PPT-2">
  <a:themeElements>
    <a:clrScheme name="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C13C33"/>
      </a:accent1>
      <a:accent2>
        <a:srgbClr val="396DAC"/>
      </a:accent2>
      <a:accent3>
        <a:srgbClr val="C93D3D"/>
      </a:accent3>
      <a:accent4>
        <a:srgbClr val="5A86C3"/>
      </a:accent4>
      <a:accent5>
        <a:srgbClr val="0563C1"/>
      </a:accent5>
      <a:accent6>
        <a:srgbClr val="C93D3D"/>
      </a:accent6>
      <a:hlink>
        <a:srgbClr val="0563C1"/>
      </a:hlink>
      <a:folHlink>
        <a:srgbClr val="954F72"/>
      </a:folHlink>
    </a:clrScheme>
    <a:fontScheme name="自定义 29">
      <a:majorFont>
        <a:latin typeface="HarmonyOS Sans SC Black"/>
        <a:ea typeface="HarmonyOS Sans SC Black"/>
        <a:cs typeface=""/>
      </a:majorFont>
      <a:minorFont>
        <a:latin typeface="HarmonyOS Sans SC"/>
        <a:ea typeface="HarmonyOS Sans S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buClrTx/>
          <a:buSzTx/>
          <a:buFontTx/>
          <a:defRPr lang="en-US" altLang="zh-CN" sz="4400">
            <a:gradFill>
              <a:gsLst>
                <a:gs pos="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lin ang="0" scaled="0"/>
            </a:gradFill>
            <a:effectLst/>
            <a:latin typeface="+mj-ea"/>
            <a:ea typeface="+mj-ea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23" baseType="lpstr">
      <vt:lpstr>Arial</vt:lpstr>
      <vt:lpstr>宋体</vt:lpstr>
      <vt:lpstr>Wingdings</vt:lpstr>
      <vt:lpstr>华文细黑</vt:lpstr>
      <vt:lpstr>微软雅黑</vt:lpstr>
      <vt:lpstr>Calibri</vt:lpstr>
      <vt:lpstr>Tahoma</vt:lpstr>
      <vt:lpstr>HarmonyOS Sans SC</vt:lpstr>
      <vt:lpstr>Calibri</vt:lpstr>
      <vt:lpstr>等线</vt:lpstr>
      <vt:lpstr>Arial Unicode MS</vt:lpstr>
      <vt:lpstr>等线 Light</vt:lpstr>
      <vt:lpstr>HarmonyOS Sans SC Black</vt:lpstr>
      <vt:lpstr>Segoe Print</vt:lpstr>
      <vt:lpstr>Office 主题​​</vt:lpstr>
      <vt:lpstr>11_CT主题</vt:lpstr>
      <vt:lpstr>12_CT主题</vt:lpstr>
      <vt:lpstr>2_子陵职场PPT-2</vt:lpstr>
      <vt:lpstr>PowerPoint 演示文稿</vt:lpstr>
      <vt:lpstr>PowerPoint 演示文稿</vt:lpstr>
      <vt:lpstr>PowerPoint 演示文稿</vt:lpstr>
      <vt:lpstr>谢 谢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1、网络交换</dc:title>
  <dc:creator>admin</dc:creator>
  <cp:lastModifiedBy>WPS_1733806454</cp:lastModifiedBy>
  <cp:revision>510</cp:revision>
  <dcterms:created xsi:type="dcterms:W3CDTF">2025-08-20T08:37:00Z</dcterms:created>
  <dcterms:modified xsi:type="dcterms:W3CDTF">2026-01-25T09:22:16Z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8EDB05483A004C218D40FCA726CBC3EA_13</vt:lpwstr>
  </property>
  <property fmtid="{D5CDD505-2E9C-101B-9397-08002B2CF9AE}" pid="3" name="KSOProductBuildVer">
    <vt:lpwstr>2052-12.1.0.24657</vt:lpwstr>
  </property>
</Properties>
</file>